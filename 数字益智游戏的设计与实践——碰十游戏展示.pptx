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0" r:id="rId14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361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游戏核心代码：刘思童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代码优化：许善容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altLang="zh-CN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UI</a:t>
          </a: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设计及</a:t>
          </a:r>
          <a:r>
            <a:rPr lang="en-US" altLang="zh-CN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ppt</a:t>
          </a: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：曲骊安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8580" rIns="68580" bIns="68580" numCol="1" spcCol="1270" rtlCol="0" anchor="ctr" anchorCtr="0">
          <a:noAutofit/>
        </a:bodyPr>
        <a:lstStyle/>
        <a:p>
          <a:pPr marL="0" lvl="0" indent="0" algn="l" defTabSz="12001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游戏核心代码：刘思童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8580" rIns="68580" bIns="68580" numCol="1" spcCol="1270" rtlCol="0" anchor="ctr" anchorCtr="0">
          <a:noAutofit/>
        </a:bodyPr>
        <a:lstStyle/>
        <a:p>
          <a:pPr marL="0" lvl="0" indent="0" algn="l" defTabSz="12001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代码优化：许善容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8580" rIns="68580" bIns="68580" numCol="1" spcCol="1270" rtlCol="0" anchor="ctr" anchorCtr="0">
          <a:noAutofit/>
        </a:bodyPr>
        <a:lstStyle/>
        <a:p>
          <a:pPr marL="0" lvl="0" indent="0" algn="l" defTabSz="12001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7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UI</a:t>
          </a:r>
          <a:r>
            <a:rPr lang="zh-CN" altLang="en-US" sz="27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设计及</a:t>
          </a:r>
          <a:r>
            <a:rPr lang="en-US" altLang="zh-CN" sz="27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ppt</a:t>
          </a:r>
          <a:r>
            <a:rPr lang="zh-CN" altLang="en-US" sz="27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：曲骊安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BE2D2EC-A0CC-4162-ADB7-889BF634EA89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2025/12/23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BFF3C72-DB5A-4AA9-96E0-40D7A7C88DA5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6B3AB32-59DF-41F1-9618-EDFBF5049629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zh-CN" noProof="0" smtClean="0"/>
              <a:pPr/>
              <a:t>9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1296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49FF-4A42-D615-384B-B3D667AAC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571765-5851-AD6C-52D5-657395671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31DD65-A054-C8A4-A702-3CB74C606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1753DD-E16C-9388-F51D-42A4DC7F0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zh-CN" noProof="0" smtClean="0"/>
              <a:pPr/>
              <a:t>10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808007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6382-7393-0710-4176-FC5BA0A9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B0D11D-CDA8-223C-9755-B907F4CB7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C11118-DD90-A578-73E8-2159195DA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852BD4-7662-6F8B-2012-A8E7B7F3B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zh-CN" noProof="0" smtClean="0"/>
              <a:pPr/>
              <a:t>11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6723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E2B4-C352-0065-8B8C-4B82F86B2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8591DD-3585-0ABC-A5C1-0AC3EE941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881995-EE0A-8719-1C04-E6F76A1DA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2B0E43-EE98-866D-9EA3-BA5401FD0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zh-CN" noProof="0" smtClean="0"/>
              <a:pPr/>
              <a:t>12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25903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740F3E85-5501-4432-AF99-54E0CA5A4C80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9A7691A-8DBD-4066-BF47-535BB956A25F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69BE3FC-432A-4F95-82F8-E3071544B4B5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61EFBB1-FBE4-477F-81AB-871C3BD12407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5AEE56D-F728-41E1-AB72-185C4152BF39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5884CE3-810C-4A99-B743-7969872A8037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8827FEE-18ED-4739-A9FF-14C2F6D4C66F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8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6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4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4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E8FD737-AF5D-42F6-9593-A791E4A2E40B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2F3E445-1550-4268-8B79-D5D9D4C9958A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algn="l"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33DC6BC-F496-4526-8902-CE401331162A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0184BDE-112C-4E3C-BDD8-A46EC2EAB444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E03A009-E72B-4350-9C8A-8E7EF73D113B}" type="datetime1">
              <a:rPr lang="zh-CN" altLang="en-US" noProof="0" smtClean="0"/>
              <a:t>2025/12/23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sp>
        <p:nvSpPr>
          <p:cNvPr id="9" name="长方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长方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长方形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图片 6" descr="数字连接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组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长方形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长方形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长方形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长方形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zh-CN" altLang="en-US" sz="4000" dirty="0">
                <a:solidFill>
                  <a:schemeClr val="bg1"/>
                </a:solidFill>
              </a:rPr>
              <a:t>数字益智游戏的设计与实践</a:t>
            </a:r>
            <a:r>
              <a:rPr lang="en-US" altLang="zh-CN" sz="4000" dirty="0">
                <a:solidFill>
                  <a:schemeClr val="bg1"/>
                </a:solidFill>
              </a:rPr>
              <a:t>——</a:t>
            </a:r>
            <a:r>
              <a:rPr lang="zh-CN" altLang="en-US" sz="4000" dirty="0">
                <a:solidFill>
                  <a:schemeClr val="bg1"/>
                </a:solidFill>
              </a:rPr>
              <a:t>碰十游戏展示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>
                <a:solidFill>
                  <a:srgbClr val="7CEBFF"/>
                </a:solidFill>
              </a:rPr>
              <a:t>刘思童、许善容、曲骊安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长方形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8" name="内容占位符 4" descr="数字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组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长方形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长方形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长方形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zh-CN" altLang="en-US" dirty="0"/>
              <a:t>小组分工</a:t>
            </a:r>
          </a:p>
        </p:txBody>
      </p:sp>
      <p:graphicFrame>
        <p:nvGraphicFramePr>
          <p:cNvPr id="6" name="内容占位符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9963361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11E86-8ACA-0F8F-C68A-4FB1A8F8A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问题背景研究及意义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6CB101-64AF-3067-84FF-BBCE5E33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525401"/>
            <a:ext cx="11029615" cy="4172178"/>
          </a:xfrm>
        </p:spPr>
        <p:txBody>
          <a:bodyPr>
            <a:normAutofit lnSpcReduction="10000"/>
          </a:bodyPr>
          <a:lstStyle/>
          <a:p>
            <a:r>
              <a:rPr lang="zh-CN" altLang="zh-CN" sz="2400" dirty="0"/>
              <a:t>在数字化浪潮下，数字益智类游戏凭借轻量化、高互动性和益智属性，成为各年龄段人群休闲娱乐的热门选择。这类游戏不仅能帮助玩家放松身心，还能有效锻炼逻辑思维、数字敏感度和反应速度。但我们发现，传统数字益智游戏普遍存在玩法单一、创新性不足的问题，固定的匹配或计算机制容易让玩家产生厌倦感，难以长期维持兴趣。</a:t>
            </a:r>
            <a:endParaRPr lang="en-US" altLang="zh-CN" sz="2400" dirty="0"/>
          </a:p>
          <a:p>
            <a:r>
              <a:rPr lang="zh-CN" altLang="zh-CN" sz="2400" dirty="0"/>
              <a:t>基于对数字益智游戏的热爱与探索欲，我们将一种传统数字益智游戏的玩法进行了改进，大家小学的时候应该都和自己的小伙伴们玩过，这个游戏的名字叫“碰十”。这款游戏以</a:t>
            </a:r>
            <a:r>
              <a:rPr lang="en-US" altLang="zh-CN" sz="2400" dirty="0"/>
              <a:t>“</a:t>
            </a:r>
            <a:r>
              <a:rPr lang="zh-CN" altLang="zh-CN" sz="2400" dirty="0"/>
              <a:t>凑数碰十</a:t>
            </a:r>
            <a:r>
              <a:rPr lang="en-US" altLang="zh-CN" sz="2400" dirty="0"/>
              <a:t>”</a:t>
            </a:r>
            <a:r>
              <a:rPr lang="zh-CN" altLang="zh-CN" sz="2400" dirty="0"/>
              <a:t>为核心，经过改良，融合随机生成与策略决策元素，既保留了数字游戏的益智本质，又通过多元模式和动态调整带来全新体验。（</a:t>
            </a:r>
            <a:r>
              <a:rPr lang="en-US" altLang="zh-CN" sz="2400" dirty="0"/>
              <a:t>ppt</a:t>
            </a:r>
            <a:r>
              <a:rPr lang="zh-CN" altLang="zh-CN" sz="2400" dirty="0"/>
              <a:t>：展示碰十游戏界面图片，核心亮点：动态难度调整、多模式多人对战、可视化交互、游戏日志记录）</a:t>
            </a:r>
          </a:p>
          <a:p>
            <a:endParaRPr lang="zh-CN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44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67202-A6B9-F9AD-E36D-378AC7DE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E9F96-60D0-77DB-109A-BBBBA049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问题背景研究及意义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3F6DC-D615-A8C8-CDA6-9B0FB5F7B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525401"/>
            <a:ext cx="11029615" cy="4172178"/>
          </a:xfrm>
        </p:spPr>
        <p:txBody>
          <a:bodyPr>
            <a:normAutofit/>
          </a:bodyPr>
          <a:lstStyle/>
          <a:p>
            <a:r>
              <a:rPr lang="zh-CN" altLang="zh-CN" sz="2400" dirty="0"/>
              <a:t>我们的核心研究目标是解决传统数字益智游戏玩法固化、趣味性不足、适配性单一的问题。通过</a:t>
            </a:r>
            <a:r>
              <a:rPr lang="en-US" altLang="zh-CN" sz="2400" dirty="0"/>
              <a:t>Python</a:t>
            </a:r>
            <a:r>
              <a:rPr lang="zh-CN" altLang="zh-CN" sz="2400" dirty="0"/>
              <a:t>编程实现一款兼具趣味性与挑战性的原创游戏，重点实现三大核心价值：一是设计</a:t>
            </a:r>
            <a:r>
              <a:rPr lang="en-US" altLang="zh-CN" sz="2400" dirty="0"/>
              <a:t>“</a:t>
            </a:r>
            <a:r>
              <a:rPr lang="zh-CN" altLang="zh-CN" sz="2400" dirty="0"/>
              <a:t>凑数碰十</a:t>
            </a:r>
            <a:r>
              <a:rPr lang="en-US" altLang="zh-CN" sz="2400" dirty="0"/>
              <a:t>+</a:t>
            </a:r>
            <a:r>
              <a:rPr lang="zh-CN" altLang="zh-CN" sz="2400" dirty="0"/>
              <a:t>相邻匹配</a:t>
            </a:r>
            <a:r>
              <a:rPr lang="en-US" altLang="zh-CN" sz="2400" dirty="0"/>
              <a:t>”</a:t>
            </a:r>
            <a:r>
              <a:rPr lang="zh-CN" altLang="zh-CN" sz="2400" dirty="0"/>
              <a:t>的创新机制，让游戏既简单易懂又充满策略性；二是引入动态难度调整功能，根据玩家表现实时优化游戏参数，适配不同水平玩家需求；三是支持多人多模式游玩，增强游戏社交属性与耐玩性。</a:t>
            </a:r>
          </a:p>
          <a:p>
            <a:r>
              <a:rPr lang="zh-CN" altLang="zh-CN" sz="2400" dirty="0"/>
              <a:t>这项研究不仅能将我们所学的</a:t>
            </a:r>
            <a:r>
              <a:rPr lang="en-US" altLang="zh-CN" sz="2400" dirty="0"/>
              <a:t>Python</a:t>
            </a:r>
            <a:r>
              <a:rPr lang="zh-CN" altLang="zh-CN" sz="2400" dirty="0"/>
              <a:t>编程、算法设计、界面开发等知识应用于实际项目，提升问题解决与团队协作能力，还能丰富数字益智游戏品类。优化后的游戏既满足休闲玩家的娱乐需求，又能为追求挑战的玩家提供进阶空间，同时为同类游戏的创新设计提供实践参考，具有较强的理论与应用价值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029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9F7A4-BC7E-1410-7B1A-6A4F7E5B4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4898B-D266-34E8-E501-9D585BCD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游戏设计</a:t>
            </a:r>
            <a:r>
              <a:rPr lang="en-US" altLang="zh-CN" b="1" dirty="0"/>
              <a:t>——</a:t>
            </a:r>
            <a:r>
              <a:rPr lang="zh-CN" altLang="en-US" b="1" dirty="0"/>
              <a:t>核心玩法设计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853591-0E6D-3275-1935-956D766A8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525401"/>
            <a:ext cx="5514807" cy="4172178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游戏采用</a:t>
            </a:r>
            <a:r>
              <a:rPr lang="en-US" altLang="zh-CN" sz="2800" dirty="0"/>
              <a:t>5×5</a:t>
            </a:r>
            <a:r>
              <a:rPr lang="zh-CN" altLang="zh-CN" sz="2800" dirty="0"/>
              <a:t>规格的游戏面板，支持</a:t>
            </a:r>
            <a:r>
              <a:rPr lang="en-US" altLang="zh-CN" sz="2800" dirty="0"/>
              <a:t>2-4</a:t>
            </a:r>
            <a:r>
              <a:rPr lang="zh-CN" altLang="zh-CN" sz="2800" dirty="0"/>
              <a:t>人游玩。系统在面板中随机生成</a:t>
            </a:r>
            <a:r>
              <a:rPr lang="en-US" altLang="zh-CN" sz="2800" dirty="0"/>
              <a:t>1-9</a:t>
            </a:r>
            <a:r>
              <a:rPr lang="zh-CN" altLang="zh-CN" sz="2800" dirty="0"/>
              <a:t>的数字，玩家需点击</a:t>
            </a:r>
            <a:r>
              <a:rPr lang="en-US" altLang="zh-CN" sz="2800" dirty="0"/>
              <a:t>2-5</a:t>
            </a:r>
            <a:r>
              <a:rPr lang="zh-CN" altLang="zh-CN" sz="2800" dirty="0"/>
              <a:t>个相邻（横、竖、斜向均可）的数字，使所选数字总和为</a:t>
            </a:r>
            <a:r>
              <a:rPr lang="en-US" altLang="zh-CN" sz="2800" dirty="0"/>
              <a:t>10</a:t>
            </a:r>
            <a:r>
              <a:rPr lang="zh-CN" altLang="zh-CN" sz="2800" dirty="0"/>
              <a:t>，即可完成消除并获得积分。消除后，空白格会自动填充新的随机数字，确保游戏持续推进。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8103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9D4C-D973-5AAC-AE57-BB1E965A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050A2-8D4C-0243-AA96-687B6749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游戏设计</a:t>
            </a:r>
            <a:r>
              <a:rPr lang="en-US" altLang="zh-CN" b="1" dirty="0"/>
              <a:t>——</a:t>
            </a:r>
            <a:r>
              <a:rPr lang="zh-CN" altLang="en-US" b="1" dirty="0"/>
              <a:t>多元游戏模式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617393-EDFA-ED4C-227A-78E8252B5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00812"/>
            <a:ext cx="5161882" cy="4172178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提供两种核心模式满足不同需求：计时冲分模式（限定</a:t>
            </a:r>
            <a:r>
              <a:rPr lang="en-US" altLang="zh-CN" sz="2800" dirty="0"/>
              <a:t>60</a:t>
            </a:r>
            <a:r>
              <a:rPr lang="zh-CN" altLang="zh-CN" sz="2800" dirty="0"/>
              <a:t>秒内冲击最高积分）和积分排名模式（无时间限制，玩家轮流操作累计积分，最终按积分排名），适配单人挑战与多人对战场景。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918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A56C9-1B2E-643A-53EC-A008D64E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21369-8908-BBF7-E28A-0B133637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游戏设计</a:t>
            </a:r>
            <a:r>
              <a:rPr lang="en-US" altLang="zh-CN" b="1" dirty="0"/>
              <a:t>——</a:t>
            </a:r>
            <a:r>
              <a:rPr lang="zh-CN" altLang="en-US" b="1" dirty="0"/>
              <a:t>动态难度调整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F4E48-D5A5-5DD6-A2DB-BE4E1777B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0812"/>
            <a:ext cx="5514807" cy="4172178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为平衡游戏挑战性与趣味性，设计动态难度机制：根据玩家的得分速度（单位时间积分增长）和消除成功率，将难度分为</a:t>
            </a:r>
            <a:r>
              <a:rPr lang="en-US" altLang="zh-CN" sz="2800" dirty="0"/>
              <a:t>1-5</a:t>
            </a:r>
            <a:r>
              <a:rPr lang="zh-CN" altLang="zh-CN" sz="2800" dirty="0"/>
              <a:t>级。低难度时降低数字刷新频率、增加小数字生成概率；高难度时提高刷新频率、增加大数字占比，让游戏难度随玩家水平动态适配，避免体验两极分化。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948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FA34-C66A-7C86-3DAB-F83ABFAD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9FBA3-3396-F3B1-6391-4AADE108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游戏设计</a:t>
            </a:r>
            <a:r>
              <a:rPr lang="en-US" altLang="zh-CN" b="1" dirty="0"/>
              <a:t>——</a:t>
            </a:r>
            <a:r>
              <a:rPr lang="zh-CN" altLang="en-US" b="1" dirty="0"/>
              <a:t>实用功能配套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D07B8-8374-1D7E-E7DF-BD698308C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0812"/>
            <a:ext cx="5514807" cy="4172178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设计直观的可视化界面，包含游戏面板区、功能按钮区、信息展示区，实时显示当前玩家、剩余时间、积分、难度等级等关键信息；支持重新开始、取消选中、查看排名等功能，同时内置游戏日志，完整记录每局游戏的关键数据，方便玩家复盘回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245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16BE-FB8B-3C81-82C2-0477D12A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E4C77-4C4C-4200-A0B5-E181B2F6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设计原理</a:t>
            </a:r>
            <a:r>
              <a:rPr lang="en-US" altLang="zh-CN" b="1" dirty="0"/>
              <a:t>——</a:t>
            </a:r>
            <a:r>
              <a:rPr lang="zh-CN" altLang="en-US" b="1" dirty="0"/>
              <a:t>核心功能实现逻辑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542C3-3410-7E4C-63D4-03AB2271D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04559"/>
            <a:ext cx="11029616" cy="417217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1. </a:t>
            </a:r>
            <a:r>
              <a:rPr lang="zh-CN" altLang="zh-CN" sz="2000" dirty="0"/>
              <a:t>面板数据与随机数生成：采用二维列表存储</a:t>
            </a:r>
            <a:r>
              <a:rPr lang="en-US" altLang="zh-CN" sz="2000" dirty="0"/>
              <a:t>5×5</a:t>
            </a:r>
            <a:r>
              <a:rPr lang="zh-CN" altLang="zh-CN" sz="2000" dirty="0"/>
              <a:t>面板的数字信息，利用</a:t>
            </a:r>
            <a:r>
              <a:rPr lang="en-US" altLang="zh-CN" sz="2000" dirty="0"/>
              <a:t>Python random</a:t>
            </a:r>
            <a:r>
              <a:rPr lang="zh-CN" altLang="zh-CN" sz="2000" dirty="0"/>
              <a:t>模块默认的梅森旋转算法生成</a:t>
            </a:r>
            <a:r>
              <a:rPr lang="en-US" altLang="zh-CN" sz="2000" dirty="0"/>
              <a:t>1-9</a:t>
            </a:r>
            <a:r>
              <a:rPr lang="zh-CN" altLang="zh-CN" sz="2000" dirty="0"/>
              <a:t>的随机数，确保数字分布均匀、随机性强，避免连续重复组合导致的单调性。</a:t>
            </a:r>
          </a:p>
          <a:p>
            <a:r>
              <a:rPr lang="en-US" altLang="zh-CN" sz="2000" dirty="0"/>
              <a:t>2. </a:t>
            </a:r>
            <a:r>
              <a:rPr lang="zh-CN" altLang="zh-CN" sz="2000" dirty="0"/>
              <a:t>相邻检测算法：通过队列（</a:t>
            </a:r>
            <a:r>
              <a:rPr lang="en-US" altLang="zh-CN" sz="2000" dirty="0"/>
              <a:t>deque</a:t>
            </a:r>
            <a:r>
              <a:rPr lang="zh-CN" altLang="zh-CN" sz="2000" dirty="0"/>
              <a:t>）数据结构实现广度优先搜索，遍历选中单元格的</a:t>
            </a:r>
            <a:r>
              <a:rPr lang="en-US" altLang="zh-CN" sz="2000" dirty="0"/>
              <a:t>8</a:t>
            </a:r>
            <a:r>
              <a:rPr lang="zh-CN" altLang="zh-CN" sz="2000" dirty="0"/>
              <a:t>个方向，判断所有选中单元格是否互相连通，确保满足</a:t>
            </a:r>
            <a:r>
              <a:rPr lang="en-US" altLang="zh-CN" sz="2000" dirty="0"/>
              <a:t>“</a:t>
            </a:r>
            <a:r>
              <a:rPr lang="zh-CN" altLang="zh-CN" sz="2000" dirty="0"/>
              <a:t>相邻</a:t>
            </a:r>
            <a:r>
              <a:rPr lang="en-US" altLang="zh-CN" sz="2000" dirty="0"/>
              <a:t>”</a:t>
            </a:r>
            <a:r>
              <a:rPr lang="zh-CN" altLang="zh-CN" sz="2000" dirty="0"/>
              <a:t>规则。</a:t>
            </a:r>
          </a:p>
          <a:p>
            <a:r>
              <a:rPr lang="en-US" altLang="zh-CN" sz="2000" dirty="0"/>
              <a:t>3. </a:t>
            </a:r>
            <a:r>
              <a:rPr lang="zh-CN" altLang="zh-CN" sz="2000" dirty="0"/>
              <a:t>碰十判定逻辑：遍历选中单元格的坐标，计算数字总和，若等于</a:t>
            </a:r>
            <a:r>
              <a:rPr lang="en-US" altLang="zh-CN" sz="2000" dirty="0"/>
              <a:t>10</a:t>
            </a:r>
            <a:r>
              <a:rPr lang="zh-CN" altLang="zh-CN" sz="2000" dirty="0"/>
              <a:t>则触发消除操作，同时根据消除个数和用时计算积分（消除个数越多、用时越短，积分越高）。</a:t>
            </a:r>
          </a:p>
          <a:p>
            <a:r>
              <a:rPr lang="en-US" altLang="zh-CN" sz="2000" dirty="0"/>
              <a:t>4. </a:t>
            </a:r>
            <a:r>
              <a:rPr lang="zh-CN" altLang="zh-CN" sz="2000" dirty="0"/>
              <a:t>动态难度调整：通过计算玩家平均得分，动态调整难度等级与数字刷新间隔（难度越高，刷新间隔越短），实现难度的平滑过渡。</a:t>
            </a:r>
          </a:p>
          <a:p>
            <a:r>
              <a:rPr lang="en-US" altLang="zh-CN" sz="2000" dirty="0"/>
              <a:t>5. </a:t>
            </a:r>
            <a:r>
              <a:rPr lang="zh-CN" altLang="zh-CN" sz="2000" dirty="0"/>
              <a:t>可视化界面与交互：基于</a:t>
            </a:r>
            <a:r>
              <a:rPr lang="en-US" altLang="zh-CN" sz="2000" dirty="0" err="1"/>
              <a:t>pygame</a:t>
            </a:r>
            <a:r>
              <a:rPr lang="zh-CN" altLang="zh-CN" sz="2000" dirty="0"/>
              <a:t>库构建可视化界面，支持鼠标点击操作，通过颜色标记当前玩家与选中单元格，实时刷新积分、时间、难度等信息，确保操作直观、界面流畅。</a:t>
            </a:r>
          </a:p>
        </p:txBody>
      </p:sp>
    </p:spTree>
    <p:extLst>
      <p:ext uri="{BB962C8B-B14F-4D97-AF65-F5344CB8AC3E}">
        <p14:creationId xmlns:p14="http://schemas.microsoft.com/office/powerpoint/2010/main" val="4046584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AD7C-0A28-D957-2B7D-5BC2E277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7EA89-F15E-6944-3EA9-EF72D0A71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设计原理</a:t>
            </a:r>
            <a:r>
              <a:rPr lang="en-US" altLang="zh-CN" b="1" dirty="0"/>
              <a:t>——</a:t>
            </a:r>
            <a:r>
              <a:rPr lang="zh-CN" altLang="en-US" b="1" dirty="0"/>
              <a:t>关键难点突破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3DAA0-32EB-ABEB-92E3-18A1C8738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04559"/>
            <a:ext cx="5514808" cy="4172178"/>
          </a:xfrm>
        </p:spPr>
        <p:txBody>
          <a:bodyPr>
            <a:normAutofit/>
          </a:bodyPr>
          <a:lstStyle/>
          <a:p>
            <a:r>
              <a:rPr lang="zh-CN" altLang="zh-CN" sz="2400" dirty="0"/>
              <a:t>本次开发的核心难点是相邻检测的准确性与动态难度的合理适配。在相邻检测方面，通过广度优先搜索遍历所有选中单元格的连通关系，避免非相邻组合误判；在难度适配方面，参考数字游戏难度梯度设计研究成果，以得分速度和消除成功率为核心指标，通过多次测试调整难度阈值，确保难度过渡自然。</a:t>
            </a:r>
          </a:p>
        </p:txBody>
      </p:sp>
    </p:spTree>
    <p:extLst>
      <p:ext uri="{BB962C8B-B14F-4D97-AF65-F5344CB8AC3E}">
        <p14:creationId xmlns:p14="http://schemas.microsoft.com/office/powerpoint/2010/main" val="3807170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9D139-F1C3-0C28-3FCA-FE79DC0C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AA200-0DFE-C470-B639-2CAD3980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设计原理</a:t>
            </a:r>
            <a:r>
              <a:rPr lang="en-US" altLang="zh-CN" b="1" dirty="0"/>
              <a:t>——</a:t>
            </a:r>
            <a:r>
              <a:rPr lang="zh-CN" altLang="en-US" b="1" dirty="0"/>
              <a:t>问题求解效果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6E360C-49D8-EF85-2B9B-34FDC4100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04559"/>
            <a:ext cx="5514808" cy="4172178"/>
          </a:xfrm>
        </p:spPr>
        <p:txBody>
          <a:bodyPr>
            <a:normAutofit/>
          </a:bodyPr>
          <a:lstStyle/>
          <a:p>
            <a:r>
              <a:rPr lang="zh-CN" altLang="zh-CN" sz="2400" dirty="0"/>
              <a:t>通过以上设计，游戏成功实现了所有核心功能：</a:t>
            </a:r>
            <a:r>
              <a:rPr lang="en-US" altLang="zh-CN" sz="2400" dirty="0"/>
              <a:t>5×5</a:t>
            </a:r>
            <a:r>
              <a:rPr lang="zh-CN" altLang="zh-CN" sz="2400" dirty="0"/>
              <a:t>面板数字生成、相邻判定、碰十消除等逻辑准确无误；两种游戏模式运行稳定，</a:t>
            </a:r>
            <a:r>
              <a:rPr lang="en-US" altLang="zh-CN" sz="2400" dirty="0"/>
              <a:t>2-4</a:t>
            </a:r>
            <a:r>
              <a:rPr lang="zh-CN" altLang="zh-CN" sz="2400" dirty="0"/>
              <a:t>人对战时玩家操作顺序切换流畅；动态难度机制能根据玩家表现实时调整，适配不同水平需求；界面交互直观便捷，无卡顿或误操作问题，完全达到了最初的设计目标，兼具趣味性与挑战性。</a:t>
            </a:r>
          </a:p>
        </p:txBody>
      </p:sp>
    </p:spTree>
    <p:extLst>
      <p:ext uri="{BB962C8B-B14F-4D97-AF65-F5344CB8AC3E}">
        <p14:creationId xmlns:p14="http://schemas.microsoft.com/office/powerpoint/2010/main" val="1908750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D4E0-B331-53D2-1ADC-D1D9FCB31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F7A9B-0743-3D74-0716-149D8A74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总结与展望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0CF047-99E6-2217-78B9-265E0FB55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204559"/>
            <a:ext cx="11029615" cy="4172178"/>
          </a:xfrm>
        </p:spPr>
        <p:txBody>
          <a:bodyPr>
            <a:noAutofit/>
          </a:bodyPr>
          <a:lstStyle/>
          <a:p>
            <a:r>
              <a:rPr lang="zh-CN" altLang="zh-CN" sz="2000" dirty="0"/>
              <a:t>通过本次项目开发，我们完成了原创数字益智游戏</a:t>
            </a:r>
            <a:r>
              <a:rPr lang="en-US" altLang="zh-CN" sz="2000" dirty="0"/>
              <a:t>“</a:t>
            </a:r>
            <a:r>
              <a:rPr lang="zh-CN" altLang="zh-CN" sz="2000" dirty="0"/>
              <a:t>碰十</a:t>
            </a:r>
            <a:r>
              <a:rPr lang="en-US" altLang="zh-CN" sz="2000" dirty="0"/>
              <a:t>”</a:t>
            </a:r>
            <a:r>
              <a:rPr lang="zh-CN" altLang="zh-CN" sz="2000" dirty="0"/>
              <a:t>的设计与实现，不仅扎实掌握了</a:t>
            </a:r>
            <a:r>
              <a:rPr lang="en-US" altLang="zh-CN" sz="2000" dirty="0"/>
              <a:t>Python</a:t>
            </a:r>
            <a:r>
              <a:rPr lang="zh-CN" altLang="zh-CN" sz="2000" dirty="0"/>
              <a:t>编程、数据结构、算法设计、界面开发等核心技能，还深刻体会了团队协作的重要性</a:t>
            </a:r>
            <a:r>
              <a:rPr lang="en-US" altLang="zh-CN" sz="2000" dirty="0"/>
              <a:t>——</a:t>
            </a:r>
            <a:r>
              <a:rPr lang="zh-CN" altLang="zh-CN" sz="2000" dirty="0"/>
              <a:t>从需求分析、功能设计到代码编写、测试优化，每个环节都离不开团队成员的分工配合与高效沟通。</a:t>
            </a:r>
          </a:p>
          <a:p>
            <a:r>
              <a:rPr lang="zh-CN" altLang="zh-CN" sz="2000" dirty="0"/>
              <a:t>项目的核心亮点如下：一是创新设计</a:t>
            </a:r>
            <a:r>
              <a:rPr lang="en-US" altLang="zh-CN" sz="2000" dirty="0"/>
              <a:t>“</a:t>
            </a:r>
            <a:r>
              <a:rPr lang="zh-CN" altLang="zh-CN" sz="2000" dirty="0"/>
              <a:t>凑数碰十</a:t>
            </a:r>
            <a:r>
              <a:rPr lang="en-US" altLang="zh-CN" sz="2000" dirty="0"/>
              <a:t>+</a:t>
            </a:r>
            <a:r>
              <a:rPr lang="zh-CN" altLang="zh-CN" sz="2000" dirty="0"/>
              <a:t>相邻匹配</a:t>
            </a:r>
            <a:r>
              <a:rPr lang="en-US" altLang="zh-CN" sz="2000" dirty="0"/>
              <a:t>”</a:t>
            </a:r>
            <a:r>
              <a:rPr lang="zh-CN" altLang="zh-CN" sz="2000" dirty="0"/>
              <a:t>的核心玩法，打破传统数字游戏局限；二是基于梅森旋转算法与动态规划思想，实现公平随机的数字生成与智能难度适配；三是支持</a:t>
            </a:r>
            <a:r>
              <a:rPr lang="en-US" altLang="zh-CN" sz="2000" dirty="0"/>
              <a:t>2-4</a:t>
            </a:r>
            <a:r>
              <a:rPr lang="zh-CN" altLang="zh-CN" sz="2000" dirty="0"/>
              <a:t>人多模式游玩，兼顾单人挑战与多人互动；四是构建直观易用的可视化界面，配套实用功能与游戏日志，提升用户体验。</a:t>
            </a:r>
          </a:p>
          <a:p>
            <a:r>
              <a:rPr lang="zh-CN" altLang="zh-CN" sz="2000" dirty="0"/>
              <a:t>未来，我们计划从三个方向进一步优化：一是增加单人</a:t>
            </a:r>
            <a:r>
              <a:rPr lang="en-US" altLang="zh-CN" sz="2000" dirty="0"/>
              <a:t>AI</a:t>
            </a:r>
            <a:r>
              <a:rPr lang="zh-CN" altLang="zh-CN" sz="2000" dirty="0"/>
              <a:t>对战模式，基于贪心算法设计</a:t>
            </a:r>
            <a:r>
              <a:rPr lang="en-US" altLang="zh-CN" sz="2000" dirty="0"/>
              <a:t>AI</a:t>
            </a:r>
            <a:r>
              <a:rPr lang="zh-CN" altLang="zh-CN" sz="2000" dirty="0"/>
              <a:t>对手，提升游戏挑战性；二是引入在线联机功能，支持玩家实时对战与积分排行分享，增强社交属性；三是增加皮肤更换、数字样式自定义等个性化功能，满足玩家多样化需求。本次项目积累的技术经验与开发思路，也将为我们后续的编程学习与创新实践奠定坚实基础。</a:t>
            </a:r>
          </a:p>
        </p:txBody>
      </p:sp>
    </p:spTree>
    <p:extLst>
      <p:ext uri="{BB962C8B-B14F-4D97-AF65-F5344CB8AC3E}">
        <p14:creationId xmlns:p14="http://schemas.microsoft.com/office/powerpoint/2010/main" val="1288754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长方形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长方形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组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长方形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长方形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长方形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2164278"/>
            <a:ext cx="3081576" cy="1746762"/>
          </a:xfrm>
        </p:spPr>
        <p:txBody>
          <a:bodyPr rtlCol="0">
            <a:normAutofit/>
          </a:bodyPr>
          <a:lstStyle/>
          <a:p>
            <a:pPr algn="ctr" rtl="0"/>
            <a:r>
              <a:rPr lang="zh-CN" altLang="en-US" sz="6000" dirty="0">
                <a:solidFill>
                  <a:srgbClr val="FFFFFF"/>
                </a:solidFill>
              </a:rPr>
              <a:t>谢谢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zh-CN" altLang="en-US" dirty="0">
              <a:solidFill>
                <a:schemeClr val="bg2"/>
              </a:solidFill>
            </a:endParaRPr>
          </a:p>
          <a:p>
            <a:pPr rtl="0"/>
            <a:endParaRPr lang="zh-CN" altLang="en-US" dirty="0">
              <a:solidFill>
                <a:schemeClr val="bg2"/>
              </a:solidFill>
            </a:endParaRPr>
          </a:p>
        </p:txBody>
      </p:sp>
      <p:pic>
        <p:nvPicPr>
          <p:cNvPr id="5" name="图片 4" descr="数字编号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4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技术设计</Template>
  <TotalTime>23</TotalTime>
  <Words>1411</Words>
  <Application>Microsoft Office PowerPoint</Application>
  <PresentationFormat>宽屏</PresentationFormat>
  <Paragraphs>42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 UI</vt:lpstr>
      <vt:lpstr>Wingdings 2</vt:lpstr>
      <vt:lpstr>自定义</vt:lpstr>
      <vt:lpstr>数字益智游戏的设计与实践——碰十游戏展示</vt:lpstr>
      <vt:lpstr>小组分工</vt:lpstr>
      <vt:lpstr>问题背景研究及意义</vt:lpstr>
      <vt:lpstr>问题背景研究及意义</vt:lpstr>
      <vt:lpstr>游戏设计——核心玩法设计</vt:lpstr>
      <vt:lpstr>游戏设计——多元游戏模式</vt:lpstr>
      <vt:lpstr>游戏设计——动态难度调整</vt:lpstr>
      <vt:lpstr>游戏设计——实用功能配套</vt:lpstr>
      <vt:lpstr>设计原理——核心功能实现逻辑</vt:lpstr>
      <vt:lpstr>设计原理——关键难点突破</vt:lpstr>
      <vt:lpstr>设计原理——问题求解效果</vt:lpstr>
      <vt:lpstr>总结与展望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mamm Qu</dc:creator>
  <cp:lastModifiedBy>mamm Qu</cp:lastModifiedBy>
  <cp:revision>2</cp:revision>
  <dcterms:created xsi:type="dcterms:W3CDTF">2025-12-23T11:47:40Z</dcterms:created>
  <dcterms:modified xsi:type="dcterms:W3CDTF">2025-12-23T12:11:10Z</dcterms:modified>
</cp:coreProperties>
</file>